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19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28C8F-2C03-4AA5-B326-22F84D3880A3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912E6-D612-4A78-B072-7838A13B3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81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912E6-D612-4A78-B072-7838A13B3F2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32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912E6-D612-4A78-B072-7838A13B3F2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113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912E6-D612-4A78-B072-7838A13B3F2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05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912E6-D612-4A78-B072-7838A13B3F2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278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6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8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1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3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0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1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8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6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27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384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10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9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8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35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2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54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83BE212-CB1E-59B4-65D9-5F0F3BD21454}"/>
              </a:ext>
            </a:extLst>
          </p:cNvPr>
          <p:cNvSpPr txBox="1">
            <a:spLocks/>
          </p:cNvSpPr>
          <p:nvPr/>
        </p:nvSpPr>
        <p:spPr>
          <a:xfrm>
            <a:off x="1556658" y="847638"/>
            <a:ext cx="8294916" cy="3819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RISK BEHAVIOR PREDICTION BASED ON DEMOGRAPHIC AND LIFESTYLE FEATURES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D0BB01E-050F-4FFA-6589-46AFF4D6C33D}"/>
              </a:ext>
            </a:extLst>
          </p:cNvPr>
          <p:cNvSpPr txBox="1">
            <a:spLocks/>
          </p:cNvSpPr>
          <p:nvPr/>
        </p:nvSpPr>
        <p:spPr>
          <a:xfrm>
            <a:off x="6633489" y="4907241"/>
            <a:ext cx="5493203" cy="17212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SUBMITTED BY</a:t>
            </a:r>
            <a:br>
              <a:rPr lang="en-US" sz="1400" dirty="0"/>
            </a:br>
            <a:r>
              <a:rPr lang="en-US" sz="1400" dirty="0"/>
              <a:t>Name : Aditya Kumar Singh</a:t>
            </a:r>
            <a:br>
              <a:rPr lang="en-US" sz="1400" dirty="0"/>
            </a:br>
            <a:r>
              <a:rPr lang="en-US" sz="1400" dirty="0"/>
              <a:t>Reg No : 12304738</a:t>
            </a:r>
            <a:br>
              <a:rPr lang="en-US" sz="1400" dirty="0"/>
            </a:br>
            <a:r>
              <a:rPr lang="en-US" sz="1400" dirty="0" err="1"/>
              <a:t>Programme</a:t>
            </a:r>
            <a:r>
              <a:rPr lang="en-US" sz="1400" dirty="0"/>
              <a:t> : </a:t>
            </a:r>
            <a:r>
              <a:rPr lang="en-US" sz="1400" dirty="0" err="1"/>
              <a:t>B.Tech</a:t>
            </a:r>
            <a:r>
              <a:rPr lang="en-US" sz="1400" dirty="0"/>
              <a:t> CSE - (</a:t>
            </a:r>
            <a:r>
              <a:rPr lang="en-US" sz="1400" dirty="0" err="1"/>
              <a:t>Honours</a:t>
            </a:r>
            <a:r>
              <a:rPr lang="en-US" sz="1400" dirty="0"/>
              <a:t>) (Data Science and Data Engineering)</a:t>
            </a:r>
            <a:br>
              <a:rPr lang="en-US" sz="1400" dirty="0"/>
            </a:b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Organized by : Centre for Professional Enhancement</a:t>
            </a:r>
            <a:br>
              <a:rPr lang="en-US" sz="1400" dirty="0"/>
            </a:br>
            <a:r>
              <a:rPr lang="en-US" sz="1400" dirty="0"/>
              <a:t>Guided By : Sandeep Kaur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3FB2E-B0CD-9433-4909-DE9B5D587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1AD6D9-1266-557C-46DB-950C47D3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71" y="301614"/>
            <a:ext cx="9905998" cy="1478570"/>
          </a:xfrm>
        </p:spPr>
        <p:txBody>
          <a:bodyPr/>
          <a:lstStyle/>
          <a:p>
            <a:r>
              <a:rPr lang="en-US" dirty="0"/>
              <a:t>CERTIFICATE</a:t>
            </a: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52A8DC2-5962-E64F-D419-D51478960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879" y="1629670"/>
            <a:ext cx="6885065" cy="49267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7FDAA37-0428-498D-7E34-4DC4D509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8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2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Summer </a:t>
            </a:r>
            <a:r>
              <a:rPr lang="en-IN" dirty="0"/>
              <a:t>T</a:t>
            </a:r>
            <a:r>
              <a:rPr dirty="0"/>
              <a:t>raining under LPU's School of Computer Science and Engineering.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Practical exposure to Data Science.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Focused on predicting risk behaviors using demographic and lifestyle data.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dirty="0"/>
              <a:t>Duration : 10 June 2025 – 18 July 2025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8321F-B4CB-DF6C-F5A1-B199FAC00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Analyze demographic and lifestyle attributes.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Predict risk behaviors (smoking, alcohol, etc.).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Visualize patterns via Power BI.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Support health awareness and </a:t>
            </a:r>
            <a:r>
              <a:rPr lang="en-IN" dirty="0"/>
              <a:t>d</a:t>
            </a:r>
            <a:r>
              <a:rPr dirty="0"/>
              <a:t>e</a:t>
            </a:r>
            <a:r>
              <a:rPr lang="en-IN" dirty="0"/>
              <a:t>s</a:t>
            </a:r>
            <a:r>
              <a:rPr dirty="0" err="1"/>
              <a:t>i</a:t>
            </a:r>
            <a:r>
              <a:rPr lang="en-IN" dirty="0"/>
              <a:t>c</a:t>
            </a:r>
            <a:r>
              <a:rPr dirty="0"/>
              <a:t>ion-making.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573D5-0666-7FC4-9946-3E5BBB7F9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Python (</a:t>
            </a:r>
            <a:r>
              <a:rPr dirty="0" err="1"/>
              <a:t>Jupyter</a:t>
            </a:r>
            <a:r>
              <a:rPr dirty="0"/>
              <a:t> Notebook) – Data Cleaning, EDA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Libraries: pandas, </a:t>
            </a:r>
            <a:r>
              <a:rPr dirty="0" err="1"/>
              <a:t>numpy</a:t>
            </a:r>
            <a:r>
              <a:rPr dirty="0"/>
              <a:t>, seaborn, matplotlib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Power BI – Dashboard &amp; Visualization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Excel/CSV – Data handling and export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22874-3BB0-6608-4E35-0B099A24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Week 1</a:t>
            </a:r>
            <a:r>
              <a:rPr lang="en-IN" dirty="0"/>
              <a:t> </a:t>
            </a:r>
            <a:r>
              <a:rPr dirty="0"/>
              <a:t>: Data Understanding, Cleaning, EDA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Week 2</a:t>
            </a:r>
            <a:r>
              <a:rPr lang="en-IN" dirty="0"/>
              <a:t> </a:t>
            </a:r>
            <a:r>
              <a:rPr dirty="0"/>
              <a:t>: Power BI Dashboarding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Outcomes</a:t>
            </a:r>
            <a:r>
              <a:rPr lang="en-IN" dirty="0"/>
              <a:t> </a:t>
            </a:r>
            <a:r>
              <a:rPr dirty="0"/>
              <a:t>: Behavioral insights, risk prediction, and dashboard integration.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509F2-71C2-2C3F-7011-436AE3D2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9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Predict risky behaviors using demographic and lifestyle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Data Cleaning.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Use Power BI to visualize clusters and patterns.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F30A5-19AC-EDBB-BD18-92E8DCD63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8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End-to-end pipeline</a:t>
            </a:r>
            <a:r>
              <a:rPr lang="en-IN" dirty="0"/>
              <a:t> </a:t>
            </a:r>
            <a:r>
              <a:rPr dirty="0"/>
              <a:t>: data → </a:t>
            </a:r>
            <a:r>
              <a:rPr lang="en-IN" dirty="0"/>
              <a:t>Data Cleaning</a:t>
            </a:r>
            <a:r>
              <a:rPr dirty="0"/>
              <a:t> → dashboard.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Identify influencing factors for risky behavior.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Generate insights for public health interventions.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632FB-377F-01EE-E5A3-0CB1E972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617" y="2097088"/>
            <a:ext cx="3811589" cy="424928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dirty="0"/>
              <a:t>CSV Dataset 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Data Preprocessing (Python)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EDA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Prediction Results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Power 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93422-BB16-990C-C8E5-32A9E7C0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dirty="0"/>
              <a:t>Data Cleaning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Feature Selection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Prediction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dirty="0"/>
              <a:t>Visualization (Power BI)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6E8AF-252A-6BEF-8854-B620EA51C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8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Techniques</a:t>
            </a:r>
            <a:r>
              <a:rPr lang="en-IN" dirty="0"/>
              <a:t> </a:t>
            </a:r>
            <a:r>
              <a:rPr dirty="0"/>
              <a:t>: Violin, Bar, Pie, Histogram, Boxplots.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Findings</a:t>
            </a:r>
            <a:r>
              <a:rPr lang="en-IN" dirty="0"/>
              <a:t> </a:t>
            </a:r>
            <a:r>
              <a:rPr dirty="0"/>
              <a:t>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→ </a:t>
            </a:r>
            <a:r>
              <a:rPr dirty="0"/>
              <a:t>20–40 years most risky group.</a:t>
            </a:r>
          </a:p>
          <a:p>
            <a:pPr marL="0" indent="0">
              <a:buNone/>
            </a:pPr>
            <a:r>
              <a:rPr lang="en-IN" dirty="0"/>
              <a:t>	→ </a:t>
            </a:r>
            <a:r>
              <a:rPr dirty="0"/>
              <a:t>Males start smoking/drinking earlier.</a:t>
            </a:r>
          </a:p>
          <a:p>
            <a:pPr marL="0" indent="0">
              <a:buNone/>
            </a:pPr>
            <a:r>
              <a:rPr lang="en-IN" dirty="0"/>
              <a:t>	→ </a:t>
            </a:r>
            <a:r>
              <a:rPr dirty="0"/>
              <a:t>Poor mental health increases risk behaviors.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273CD-4BB0-C853-34AC-2C4DE303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7" y="2565174"/>
            <a:ext cx="9905999" cy="41513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Interactive Dashboard with filters (Age, Gender).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Visuals</a:t>
            </a:r>
            <a:r>
              <a:rPr lang="en-IN" dirty="0"/>
              <a:t> 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IN" dirty="0"/>
              <a:t>	→ </a:t>
            </a:r>
            <a:r>
              <a:rPr dirty="0"/>
              <a:t>Smoking &amp; Alcohol Risk Distribution</a:t>
            </a:r>
          </a:p>
          <a:p>
            <a:pPr marL="0" indent="0">
              <a:buNone/>
            </a:pPr>
            <a:r>
              <a:rPr lang="en-IN" dirty="0"/>
              <a:t>	→ </a:t>
            </a:r>
            <a:r>
              <a:rPr dirty="0"/>
              <a:t>Risk by Age Group</a:t>
            </a:r>
          </a:p>
          <a:p>
            <a:pPr marL="0" indent="0">
              <a:buNone/>
            </a:pPr>
            <a:r>
              <a:rPr lang="en-IN" dirty="0"/>
              <a:t>	→ </a:t>
            </a:r>
            <a:r>
              <a:rPr dirty="0"/>
              <a:t>Drinkers vs Smokers Pie Chart.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F319E-0F4C-489E-D8E3-BAFFA34C4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7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Medium smoking risk, low alcohol risk overall.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Adults = highest risk group.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Poor diet, low exercise, and weak social support raise risk levels.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144D1-D081-66D4-E2B3-BC0D757B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7" y="2550432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Missing/inconsistent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Encoding categorical variables.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Data mapping in Power BI.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Ensuring clear, uncluttered visuals.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27DDC-FB19-DA73-4311-5154A9F5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06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Technical</a:t>
            </a:r>
            <a:r>
              <a:rPr lang="en-IN" dirty="0"/>
              <a:t> </a:t>
            </a:r>
            <a:r>
              <a:rPr dirty="0"/>
              <a:t>: EDA, ML modeling, Power BI.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Analytical</a:t>
            </a:r>
            <a:r>
              <a:rPr lang="en-IN" dirty="0"/>
              <a:t> </a:t>
            </a:r>
            <a:r>
              <a:rPr dirty="0"/>
              <a:t>: Feature engineering, data storytelling.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Collaborative</a:t>
            </a:r>
            <a:r>
              <a:rPr lang="en-IN" dirty="0"/>
              <a:t> </a:t>
            </a:r>
            <a:r>
              <a:rPr dirty="0"/>
              <a:t>: Teamwork, problem-solving, documentation.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4B53C-3F69-EAF2-ADB7-09C1C42C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5805" y="2565174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Integrated EDA + ML +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Identified high-risk individuals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dirty="0"/>
              <a:t>Scalable for future behavioral analytics and health research.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0664E-2EFF-C265-0D5C-5F7B85B4D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3927-5AD1-4A59-8013-49AA37C2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217" y="2389886"/>
            <a:ext cx="3451566" cy="2078228"/>
          </a:xfrm>
        </p:spPr>
        <p:txBody>
          <a:bodyPr>
            <a:normAutofit/>
          </a:bodyPr>
          <a:lstStyle/>
          <a:p>
            <a:r>
              <a:rPr lang="en-IN" sz="4800" dirty="0"/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28507-8673-3275-2DB3-A581E7853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58" y="-165413"/>
            <a:ext cx="30480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887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633</TotalTime>
  <Words>513</Words>
  <Application>Microsoft Office PowerPoint</Application>
  <PresentationFormat>Widescreen</PresentationFormat>
  <Paragraphs>82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Tw Cen MT</vt:lpstr>
      <vt:lpstr>Wingdings</vt:lpstr>
      <vt:lpstr>Circuit</vt:lpstr>
      <vt:lpstr>PowerPoint Presentation</vt:lpstr>
      <vt:lpstr>CERTIFICATE</vt:lpstr>
      <vt:lpstr>Introduction</vt:lpstr>
      <vt:lpstr>Objectives of the Project</vt:lpstr>
      <vt:lpstr>Tools and Technologies Used</vt:lpstr>
      <vt:lpstr>Training Overview</vt:lpstr>
      <vt:lpstr>Problem Definition</vt:lpstr>
      <vt:lpstr>Scope and Objectives</vt:lpstr>
      <vt:lpstr>System Architecture</vt:lpstr>
      <vt:lpstr>Data Flow Diagram</vt:lpstr>
      <vt:lpstr>Exploratory Data Analysis (EDA)</vt:lpstr>
      <vt:lpstr>Power BI Dashboard</vt:lpstr>
      <vt:lpstr>Key Insights</vt:lpstr>
      <vt:lpstr>Challenges Faced</vt:lpstr>
      <vt:lpstr>Learnings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Kumar Singh</cp:lastModifiedBy>
  <cp:revision>4</cp:revision>
  <dcterms:created xsi:type="dcterms:W3CDTF">2013-01-27T09:14:16Z</dcterms:created>
  <dcterms:modified xsi:type="dcterms:W3CDTF">2025-10-07T13:45:54Z</dcterms:modified>
  <cp:category/>
</cp:coreProperties>
</file>